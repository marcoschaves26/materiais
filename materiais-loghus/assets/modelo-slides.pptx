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D"/>
    <a:srgbClr val="00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6F954-10B2-4251-A573-76E656C8FA08}" v="1" dt="2026-10-23T13:07:39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2244"/>
  </p:normalViewPr>
  <p:slideViewPr>
    <p:cSldViewPr snapToGrid="0" showGuides="1">
      <p:cViewPr varScale="1">
        <p:scale>
          <a:sx n="73" d="100"/>
          <a:sy n="73" d="100"/>
        </p:scale>
        <p:origin x="92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hus Online" userId="ffd763ea9e1bca92" providerId="LiveId" clId="{3EDBA41B-FB6C-4C18-B913-2E3D37B7AC64}"/>
    <pc:docChg chg="undo custSel addSld delSld modSld sldOrd">
      <pc:chgData name="Loghus Online" userId="ffd763ea9e1bca92" providerId="LiveId" clId="{3EDBA41B-FB6C-4C18-B913-2E3D37B7AC64}" dt="2026-10-23T13:12:00.482" v="23" actId="680"/>
      <pc:docMkLst>
        <pc:docMk/>
      </pc:docMkLst>
      <pc:sldChg chg="addSp delSp modSp del mod">
        <pc:chgData name="Loghus Online" userId="ffd763ea9e1bca92" providerId="LiveId" clId="{3EDBA41B-FB6C-4C18-B913-2E3D37B7AC64}" dt="2026-10-23T13:11:57.078" v="22" actId="47"/>
        <pc:sldMkLst>
          <pc:docMk/>
          <pc:sldMk cId="867593591" sldId="256"/>
        </pc:sldMkLst>
        <pc:spChg chg="mod">
          <ac:chgData name="Loghus Online" userId="ffd763ea9e1bca92" providerId="LiveId" clId="{3EDBA41B-FB6C-4C18-B913-2E3D37B7AC64}" dt="2026-10-23T13:11:41.907" v="20" actId="1076"/>
          <ac:spMkLst>
            <pc:docMk/>
            <pc:sldMk cId="867593591" sldId="256"/>
            <ac:spMk id="2" creationId="{98471548-C8D3-1A51-B3FB-9E9668940FB9}"/>
          </ac:spMkLst>
        </pc:spChg>
        <pc:spChg chg="add del mod">
          <ac:chgData name="Loghus Online" userId="ffd763ea9e1bca92" providerId="LiveId" clId="{3EDBA41B-FB6C-4C18-B913-2E3D37B7AC64}" dt="2026-10-23T13:07:39.612" v="18"/>
          <ac:spMkLst>
            <pc:docMk/>
            <pc:sldMk cId="867593591" sldId="256"/>
            <ac:spMk id="3" creationId="{882FD533-2EC7-0277-B2F5-B85F7B63F348}"/>
          </ac:spMkLst>
        </pc:spChg>
      </pc:sldChg>
      <pc:sldChg chg="new">
        <pc:chgData name="Loghus Online" userId="ffd763ea9e1bca92" providerId="LiveId" clId="{3EDBA41B-FB6C-4C18-B913-2E3D37B7AC64}" dt="2026-10-23T13:11:55.549" v="21" actId="680"/>
        <pc:sldMkLst>
          <pc:docMk/>
          <pc:sldMk cId="223294917" sldId="257"/>
        </pc:sldMkLst>
      </pc:sldChg>
      <pc:sldChg chg="del ord">
        <pc:chgData name="Loghus Online" userId="ffd763ea9e1bca92" providerId="LiveId" clId="{3EDBA41B-FB6C-4C18-B913-2E3D37B7AC64}" dt="2026-10-23T13:07:24.992" v="2" actId="47"/>
        <pc:sldMkLst>
          <pc:docMk/>
          <pc:sldMk cId="1388695247" sldId="258"/>
        </pc:sldMkLst>
      </pc:sldChg>
      <pc:sldChg chg="new">
        <pc:chgData name="Loghus Online" userId="ffd763ea9e1bca92" providerId="LiveId" clId="{3EDBA41B-FB6C-4C18-B913-2E3D37B7AC64}" dt="2026-10-23T13:12:00.482" v="23" actId="680"/>
        <pc:sldMkLst>
          <pc:docMk/>
          <pc:sldMk cId="2669775466" sldId="258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1899657918" sldId="259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2619865802" sldId="260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2666904005" sldId="261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778801338" sldId="262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2540347416" sldId="263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2597088124" sldId="264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4059141906" sldId="265"/>
        </pc:sldMkLst>
      </pc:sldChg>
      <pc:sldChg chg="del">
        <pc:chgData name="Loghus Online" userId="ffd763ea9e1bca92" providerId="LiveId" clId="{3EDBA41B-FB6C-4C18-B913-2E3D37B7AC64}" dt="2026-10-23T13:07:24.992" v="2" actId="47"/>
        <pc:sldMkLst>
          <pc:docMk/>
          <pc:sldMk cId="1398686236" sldId="266"/>
        </pc:sldMkLst>
      </pc:sldChg>
      <pc:sldChg chg="new del">
        <pc:chgData name="Loghus Online" userId="ffd763ea9e1bca92" providerId="LiveId" clId="{3EDBA41B-FB6C-4C18-B913-2E3D37B7AC64}" dt="2026-10-23T13:07:24.992" v="2" actId="47"/>
        <pc:sldMkLst>
          <pc:docMk/>
          <pc:sldMk cId="3882484471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FF605-7E0F-94CA-9940-CABDAEBBB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3C501A-E534-9448-16E4-4A8182BE0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BA8FAD-64C4-A071-59A4-B1ECB5A6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733E7E-367B-5D8A-83ED-17F39785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663AB-CF34-059F-9664-9B4F33C0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80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AD514-23D1-C404-6763-6C164E5B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E160D-8788-79E6-5B4D-65E85B5E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672D15-89AB-80F9-32AA-04E679F1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935ABF-8615-30FE-CE9D-16C5650A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1F3DB-157B-210A-A9AC-5775295B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69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3FD19-ECC2-A1A4-8B8C-C569ACA9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09D75A-35A9-CB0F-7C02-2ACA29DF6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F1E06A-3CF5-B78E-D7F6-E3A0D1BB4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6E6380-0A5C-FAFB-6F4A-4BDDE4C6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A195BB-E86D-A90E-A046-A69F949E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011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D3C27-37F4-734A-C0E3-4CD682F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AA5836-6384-EEAC-9CAB-C185B0D74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A33AE0-430A-375C-7DD4-CC8AE1AF7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4A443A-85AB-B32E-40CE-AF655444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5B3080-5922-98E5-3933-815F1FB2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B3973E-1206-6501-CBCD-AB8CFDEA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41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159AB-03F7-0126-5C97-2674782E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24F27E-219E-DC7D-7878-3DEB8D6A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336CBD-C1F0-0775-1449-0659060E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FFE37D-4E77-8F19-CE01-04B6FC0AB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69DE6B-0BB7-8A69-BF7C-589C1E62A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170B7D-E8BB-14B7-0A07-C97A78D6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4638A3-924E-6C07-14BD-2C031C54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C7E32F-BF5F-FDFC-6B9C-73C5369D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57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D0051-6766-8E07-F224-B2E6DF9FA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85254F-64FF-0B6C-EF91-47526976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50D68E-5BDF-2E43-6A16-8BF02BBA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7BF7A9-5ACA-E0CF-00A8-A42E26E1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6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9D136A-61A6-B10C-4183-C71D68AD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3C190E-83CC-7724-B87D-B9A410F6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7DFC14-3A64-89BF-D0AD-161D316E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42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D51B1-14C8-8390-BE78-102FD19F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E604B7-C79A-EBA3-0897-394D86292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B736BA-6310-2F0C-05FB-1C4395CF4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73877E-3F89-BAC7-DC1D-4F8F5530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78732C-7D2D-184A-A3B6-1F029EF8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E42B7F-D9DD-9D15-2CFA-DB518CBE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82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C695A-964F-0D51-200D-D9727127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A657BF-4420-1A19-3F1F-9CD7EFF09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CF49ED-E57E-49BB-A6BC-29AB0335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CABB25-16AA-34F5-9019-65171FDF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067C1B-916D-7150-9388-0D8FA296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3B81C-D279-BABE-F065-76654E40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5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E9C06-E4B6-A5A3-8B6C-453D2042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A0DF18-1DC6-5A17-7F5C-23283B138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4729F1-3390-D2E7-6E42-3B43259E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651940-6FC4-51D2-5358-83BE6B99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B86B0-4E97-93B5-AA78-4C095B91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66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9C648F-9569-5351-E21F-58BF097E4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5F451-29F1-447B-543E-92419406D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697160-11DA-0EA0-42DC-2C4F9194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FFB542-F3D8-9C4F-1E2C-E11C7E84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D828F5-6D06-A71D-D572-5BE9386C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84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5C861B-14A6-7830-08E9-485A85823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E25D0E-CA2C-30BF-5E81-2C56853FE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DC8FD6-A006-4866-B83E-14D3634BD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23BAD-5F77-4956-A276-412F4300BCBC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B1F69C-16BF-F086-DB49-41FB53C82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D8F84F-2C5D-A92A-BFF3-8A859E09A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FEC26-BAD6-431C-B7C6-ADE24A3A82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05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9BC4F-598D-ADCE-8001-4304845B62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ACB488-43DB-8610-6CDD-61ACDC0F4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9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F1501-2DBC-85B1-4116-12CD56F4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449ED-7725-366C-5A32-5305149F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775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ppt Aulão Loghus 2025">
  <a:themeElements>
    <a:clrScheme name="Loghus Online 2025">
      <a:dk1>
        <a:sysClr val="windowText" lastClr="000000"/>
      </a:dk1>
      <a:lt1>
        <a:sysClr val="window" lastClr="FFFFFF"/>
      </a:lt1>
      <a:dk2>
        <a:srgbClr val="2E2E2E"/>
      </a:dk2>
      <a:lt2>
        <a:srgbClr val="F1F2F2"/>
      </a:lt2>
      <a:accent1>
        <a:srgbClr val="0040FF"/>
      </a:accent1>
      <a:accent2>
        <a:srgbClr val="FF5C00"/>
      </a:accent2>
      <a:accent3>
        <a:srgbClr val="2BFF00"/>
      </a:accent3>
      <a:accent4>
        <a:srgbClr val="FF63CA"/>
      </a:accent4>
      <a:accent5>
        <a:srgbClr val="BD00FF"/>
      </a:accent5>
      <a:accent6>
        <a:srgbClr val="FFFC01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ppt Aulão Loghus 2025" id="{FE278735-665E-4247-9092-9823F18C2229}" vid="{7D52705B-6DE3-4266-A3AD-7B0A704F5C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ppt Aulão Loghus 2025</Template>
  <TotalTime>197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ppt Aulão Loghus 2025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Loghus Online</dc:creator>
  <cp:lastModifiedBy>Loghus Online</cp:lastModifiedBy>
  <cp:revision>5</cp:revision>
  <dcterms:created xsi:type="dcterms:W3CDTF">2025-10-07T18:48:46Z</dcterms:created>
  <dcterms:modified xsi:type="dcterms:W3CDTF">2026-10-23T13:12:04Z</dcterms:modified>
</cp:coreProperties>
</file>